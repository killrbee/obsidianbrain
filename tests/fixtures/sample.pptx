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PPTX for SecondBrain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body: retrieval substrate, not truth.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